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a3d5cae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a3d5cae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ba3d5cae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ba3d5cae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ba3d5cae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ba3d5cae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ba3d5cae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ba3d5cae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ba3d5cae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ba3d5cae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Lagrange Duality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Dual function, strong duality, and sensitivity analysis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23450" y="3948550"/>
            <a:ext cx="4768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Student: Amila Snagic 20098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Professor: Izudin Dzafic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of Electrical Engineering Sarajevo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93C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main idea</a:t>
            </a:r>
            <a:endParaRPr b="1">
              <a:solidFill>
                <a:srgbClr val="193C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13352"/>
          <a:stretch/>
        </p:blipFill>
        <p:spPr>
          <a:xfrm>
            <a:off x="0" y="958274"/>
            <a:ext cx="9144003" cy="381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5811"/>
            <a:ext cx="9144003" cy="5031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184700" y="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93C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duality gap</a:t>
            </a:r>
            <a:endParaRPr>
              <a:solidFill>
                <a:srgbClr val="193C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50118"/>
            <a:ext cx="9144003" cy="4621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4160"/>
            <a:ext cx="9144003" cy="429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61652"/>
            <a:ext cx="9144003" cy="4420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